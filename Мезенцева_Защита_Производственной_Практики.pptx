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76" r:id="rId6"/>
    <p:sldId id="262" r:id="rId7"/>
    <p:sldId id="269" r:id="rId8"/>
    <p:sldId id="27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666" autoAdjust="0"/>
  </p:normalViewPr>
  <p:slideViewPr>
    <p:cSldViewPr snapToGrid="0">
      <p:cViewPr varScale="1">
        <p:scale>
          <a:sx n="95" d="100"/>
          <a:sy n="95" d="100"/>
        </p:scale>
        <p:origin x="11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46CFD-4B99-4E95-9C28-BB18D1883F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51805-76F0-4253-81D6-38C5E5E791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27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Страница приветствия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51805-76F0-4253-81D6-38C5E5E7911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168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Я проходила производственную практику в филиале 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федерального государственного унитарного предприятия «Главный радиочастотный центр» в Уральском федеральном округе. </a:t>
            </a:r>
          </a:p>
          <a:p>
            <a:r>
              <a:rPr lang="ru-RU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Основными задачами филиала являются:</a:t>
            </a:r>
            <a:endParaRPr lang="ru-RU" b="0" i="0" dirty="0">
              <a:solidFill>
                <a:srgbClr val="21252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ru-RU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обеспечение надлежащего использования радиочастот на территории федерального округа;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ru-RU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осуществление контроля за излучениями радиоэлектронных средств;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ru-RU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обеспечение поступления платы за использование радиочастотного спектра в федеральный бюджет;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51805-76F0-4253-81D6-38C5E5E7911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160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Посоветовавшись с руководителями практик, я приняла решение на практике писать диплом и позиционировать его как продолжение курсового проекта. Курсовой проект был связан с тестированием участников конкурса Безопасное колесо, поэтому диплом тоже завязан на теме автоматизации тестирования. Для написания диплома руководителями практик мне был задан следующий набор задач: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51805-76F0-4253-81D6-38C5E5E7911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509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ГРЧЦ есть своя собственная программа для тестирования «ПрофТест», в которой есть распределение ролей и своя интересная система составления тестов. На слайде вы можете увидеть некоторые из окон приложения «ПрофТест» - окно с выбором режима авторизации и, если зашел в сдачу теста, окно информацией из каких модулей состоит тест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51805-76F0-4253-81D6-38C5E5E7911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097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 же окно самого непосредственно прохождения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51805-76F0-4253-81D6-38C5E5E7911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039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основе изученного приложения я составила матрицу ролей уже своего будущего приложения: из «ПрофТест» была взята идея распределения ролей, а так же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ru-RU" dirty="0"/>
              <a:t>идея импорта теста из </a:t>
            </a:r>
            <a:r>
              <a:rPr lang="en-US" dirty="0"/>
              <a:t>Excel-</a:t>
            </a:r>
            <a:r>
              <a:rPr lang="ru-RU" dirty="0"/>
              <a:t>файла,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ru-RU" dirty="0"/>
              <a:t>назначение тестов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Так же руководитель практики от предприятия дал идею для улучшения старой структуры приложения: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ru-RU" dirty="0"/>
              <a:t>создание версирования тестов для удобства отслеживания результатов тестирования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ru-RU" dirty="0"/>
              <a:t>идея логирования действий пользователей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51805-76F0-4253-81D6-38C5E5E7911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141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Средства разработки которые я использовала</a:t>
            </a:r>
            <a:r>
              <a:rPr lang="en-US" dirty="0"/>
              <a:t> </a:t>
            </a:r>
            <a:r>
              <a:rPr lang="ru-RU" dirty="0"/>
              <a:t>для реализации и </a:t>
            </a:r>
            <a:r>
              <a:rPr lang="ru-RU" dirty="0" err="1"/>
              <a:t>тд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51805-76F0-4253-81D6-38C5E5E7911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007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51805-76F0-4253-81D6-38C5E5E7911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974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08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4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62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73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3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08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1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50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0653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2603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444791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3694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4499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43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635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75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CBC1C18-307B-4F68-A007-B5B542270E8D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07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756084"/>
            <a:ext cx="12192000" cy="4023734"/>
          </a:xfrm>
        </p:spPr>
        <p:txBody>
          <a:bodyPr anchor="ctr">
            <a:noAutofit/>
          </a:bodyPr>
          <a:lstStyle/>
          <a:p>
            <a:pPr algn="ctr"/>
            <a:r>
              <a:rPr lang="ru-RU" sz="3600" dirty="0">
                <a:latin typeface="Arial Black" panose="020B0A04020102020204" pitchFamily="34" charset="0"/>
              </a:rPr>
              <a:t>Защита производственной практики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ru-RU" sz="3600" dirty="0">
                <a:latin typeface="Arial Black" panose="020B0A04020102020204" pitchFamily="34" charset="0"/>
              </a:rPr>
              <a:t>в предприятии</a:t>
            </a:r>
            <a:br>
              <a:rPr lang="ru-RU" sz="3600" dirty="0">
                <a:latin typeface="Arial Black" panose="020B0A04020102020204" pitchFamily="34" charset="0"/>
              </a:rPr>
            </a:br>
            <a:br>
              <a:rPr lang="ru-RU" sz="3600" dirty="0">
                <a:latin typeface="Arial Black" panose="020B0A04020102020204" pitchFamily="34" charset="0"/>
              </a:rPr>
            </a:br>
            <a:r>
              <a:rPr lang="ru-RU" sz="3600" dirty="0">
                <a:latin typeface="Arial Black" panose="020B0A04020102020204" pitchFamily="34" charset="0"/>
              </a:rPr>
              <a:t>ФГУП </a:t>
            </a:r>
            <a:r>
              <a:rPr lang="ru-RU" sz="3600" dirty="0"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«Главный радиочастотный центр» в </a:t>
            </a:r>
            <a:r>
              <a:rPr lang="ru-RU" sz="3600" dirty="0" err="1"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УрФО</a:t>
            </a:r>
            <a:endParaRPr lang="ru-RU" sz="3600" dirty="0"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4779818"/>
            <a:ext cx="12191999" cy="18575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Студентки Мезенцевой Полины, группа ПР-41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 от колледжа: Овчинникова С. И.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 от предприятия: Харитонова А. С.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BD201-4D4F-4950-B0BE-2A02F6AC38B8}"/>
              </a:ext>
            </a:extLst>
          </p:cNvPr>
          <p:cNvSpPr txBox="1"/>
          <p:nvPr/>
        </p:nvSpPr>
        <p:spPr>
          <a:xfrm>
            <a:off x="-1" y="242167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 молодёжной политики Свердловской области </a:t>
            </a:r>
          </a:p>
          <a:p>
            <a:pPr algn="ctr"/>
            <a:r>
              <a:rPr lang="ru-RU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ГАПОУ СО «Екатеринбургский колледж транспортного строительства»</a:t>
            </a:r>
            <a:endParaRPr lang="ru-RU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C29673-DBE5-41D9-8578-FF8CD0961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37" y="51417"/>
            <a:ext cx="525063" cy="83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5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409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 Black" panose="020B0A04020102020204" pitchFamily="34" charset="0"/>
              </a:rPr>
              <a:t>ФГУП </a:t>
            </a:r>
            <a:r>
              <a:rPr lang="ru-RU" sz="3200" dirty="0"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«Главный радиочастотный центр» в </a:t>
            </a:r>
            <a:r>
              <a:rPr lang="ru-RU" sz="3200" dirty="0" err="1"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УрФО</a:t>
            </a:r>
            <a:endParaRPr lang="ru-RU" sz="32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7981" y="2436952"/>
            <a:ext cx="11236036" cy="4421048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sz="2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Филиал федерального государственного унитарного предприятия «Главный радиочастотный центр» в Уральском федеральном округе входит в состав Радиочастотной службы Российской Федерации (Далее - ГРЧЦ), обеспечивающей надлежащее использование радиочастот или радиочастотных каналов гражданского назначения на территории Уральского федерального округа с целью поддержания эксплуатационной готовности выделенного пользователям радиочастотного спектра.</a:t>
            </a:r>
            <a:endParaRPr lang="ru-RU" sz="2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F80C3D-F974-45EA-AA15-66EEE7531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167" y="1054100"/>
            <a:ext cx="4849663" cy="138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1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85800" y="886692"/>
            <a:ext cx="6823364" cy="5971308"/>
          </a:xfrm>
        </p:spPr>
        <p:txBody>
          <a:bodyPr anchor="ctr">
            <a:normAutofit/>
          </a:bodyPr>
          <a:lstStyle/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26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Исследовать структуру проведения аттестации сотрудников для выявлени</a:t>
            </a:r>
            <a:r>
              <a:rPr lang="ru-RU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 сильных и слабых сторон автоматизации процесса тестирования на предприятии ГРЧЦ</a:t>
            </a:r>
          </a:p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основе полученных данных составить план реализации дипломного проекта</a:t>
            </a:r>
          </a:p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Начать написание программного кода на основе составленного плана в рамках прохождения производственной практики </a:t>
            </a:r>
            <a:endParaRPr lang="ru-RU" sz="260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4FF53F1-FA7B-48BD-ADBD-16994B359A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3200" kern="1200" dirty="0">
                <a:solidFill>
                  <a:srgbClr val="FFFFFF"/>
                </a:solidFill>
                <a:effectLst/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Задание на практику</a:t>
            </a:r>
            <a:endParaRPr lang="ru-RU" sz="1600" dirty="0">
              <a:effectLst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157C21-A791-4D2F-BFC1-66661E337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181" y="1436176"/>
            <a:ext cx="4364802" cy="398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8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4B60D19-FD73-40E2-B773-07A4FD3D417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800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Arial Black" panose="020B0A04020102020204" pitchFamily="34" charset="0"/>
                <a:cs typeface="Arial" panose="020B0604020202020204" pitchFamily="34" charset="0"/>
              </a:rPr>
              <a:t>Реализация </a:t>
            </a:r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поставленных задач. </a:t>
            </a:r>
          </a:p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имеющихся у ГРЧЦ инструментов тестирования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59107F-F52B-4A53-B7C2-F064E6323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936" y="2402005"/>
            <a:ext cx="3169817" cy="2333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A0F75F-01DF-4529-A22F-B8123AA2FC10}"/>
              </a:ext>
            </a:extLst>
          </p:cNvPr>
          <p:cNvSpPr txBox="1"/>
          <p:nvPr/>
        </p:nvSpPr>
        <p:spPr>
          <a:xfrm>
            <a:off x="966845" y="1909562"/>
            <a:ext cx="99919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Окно с выбором режима в </a:t>
            </a:r>
            <a:r>
              <a:rPr lang="ru-RU" sz="26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приложении «ПрофТест»</a:t>
            </a:r>
            <a:r>
              <a:rPr lang="ru-RU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66DDCD7-24CD-439E-BE1B-4E8EDAFC3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45" y="4134002"/>
            <a:ext cx="5353797" cy="18004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8C0983-8708-446B-B1D0-1DA112F24039}"/>
              </a:ext>
            </a:extLst>
          </p:cNvPr>
          <p:cNvSpPr txBox="1"/>
          <p:nvPr/>
        </p:nvSpPr>
        <p:spPr>
          <a:xfrm>
            <a:off x="966845" y="3641559"/>
            <a:ext cx="99919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Выбор теста для прохождения:</a:t>
            </a:r>
            <a:endParaRPr lang="ru-RU" sz="2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456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4B60D19-FD73-40E2-B773-07A4FD3D417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6096000" cy="25353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Arial Black" panose="020B0A04020102020204" pitchFamily="34" charset="0"/>
                <a:cs typeface="Arial" panose="020B0604020202020204" pitchFamily="34" charset="0"/>
              </a:rPr>
              <a:t>Реализация </a:t>
            </a:r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поставленных задач. </a:t>
            </a:r>
          </a:p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имеющихся у ГРЧЦ инструментов тестирования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8E5703-3CB5-49F3-962C-C8C86753D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18" y="297943"/>
            <a:ext cx="5583382" cy="62621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E9295D-E04A-4A25-819C-447BD487D9B9}"/>
              </a:ext>
            </a:extLst>
          </p:cNvPr>
          <p:cNvSpPr txBox="1"/>
          <p:nvPr/>
        </p:nvSpPr>
        <p:spPr>
          <a:xfrm>
            <a:off x="0" y="3428999"/>
            <a:ext cx="630381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6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Внешний вид прохождения теста:</a:t>
            </a:r>
            <a:endParaRPr lang="ru-RU" sz="2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8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4B5C109-66FD-4CCB-BBA4-F3F04BDCDE0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Arial Black" panose="020B0A04020102020204" pitchFamily="34" charset="0"/>
                <a:cs typeface="Arial" panose="020B0604020202020204" pitchFamily="34" charset="0"/>
              </a:rPr>
              <a:t>Реализация </a:t>
            </a:r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поставленных задач.</a:t>
            </a:r>
          </a:p>
          <a:p>
            <a:pPr algn="ctr"/>
            <a:r>
              <a:rPr lang="ru-RU" sz="3200" b="1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Составление матрицы ролей</a:t>
            </a:r>
            <a:endParaRPr lang="ru-RU" sz="32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F953A0-4F17-4732-BCC3-06150E4E5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502" y="1054100"/>
            <a:ext cx="5944996" cy="570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0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321D9C3-B59C-4EAB-9C74-02D44B349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0" y="2191100"/>
            <a:ext cx="2829485" cy="24758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D59AF74-5207-4B7C-82C2-E02B2079E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795" y="1470941"/>
            <a:ext cx="4390410" cy="4390410"/>
          </a:xfrm>
          <a:prstGeom prst="rect">
            <a:avLst/>
          </a:prstGeom>
        </p:spPr>
      </p:pic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BB1699B7-AF8B-482F-B657-C144BDB6C75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Инструменты разработки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8DF571-7451-43FF-A937-08A4A3EC2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1205" y="2362650"/>
            <a:ext cx="2978364" cy="23071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54723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1223E5-DA00-46D7-AF35-AA446E549115}"/>
              </a:ext>
            </a:extLst>
          </p:cNvPr>
          <p:cNvSpPr txBox="1"/>
          <p:nvPr/>
        </p:nvSpPr>
        <p:spPr>
          <a:xfrm>
            <a:off x="0" y="241301"/>
            <a:ext cx="1219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4800" dirty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rPr>
              <a:t>СПАСИБО ЗА ВНИМАНИЕ</a:t>
            </a:r>
            <a:endParaRPr lang="ru-RU" sz="4800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AD4B556-9EEA-4316-92E2-930211A40884}"/>
              </a:ext>
            </a:extLst>
          </p:cNvPr>
          <p:cNvSpPr txBox="1">
            <a:spLocks/>
          </p:cNvSpPr>
          <p:nvPr/>
        </p:nvSpPr>
        <p:spPr>
          <a:xfrm>
            <a:off x="0" y="5874604"/>
            <a:ext cx="12192000" cy="9833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QR-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Код на сайт - портфолио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EAF786-AC3E-4C1F-9513-741B6713A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046" y="1224697"/>
            <a:ext cx="4649907" cy="464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459899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Глубина</Template>
  <TotalTime>1733</TotalTime>
  <Words>460</Words>
  <Application>Microsoft Office PowerPoint</Application>
  <PresentationFormat>Широкоэкранный</PresentationFormat>
  <Paragraphs>48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Corbel</vt:lpstr>
      <vt:lpstr>Wingdings</vt:lpstr>
      <vt:lpstr>Глубина</vt:lpstr>
      <vt:lpstr>Защита производственной практики в предприятии  ФГУП «Главный радиочастотный центр» в УрФО</vt:lpstr>
      <vt:lpstr>ФГУП «Главный радиочастотный центр» в УрФО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для агрохолдинга «Зеленая долина» </dc:title>
  <dc:creator>322-P</dc:creator>
  <cp:lastModifiedBy>Лина Полярная</cp:lastModifiedBy>
  <cp:revision>84</cp:revision>
  <dcterms:created xsi:type="dcterms:W3CDTF">2025-12-08T06:43:29Z</dcterms:created>
  <dcterms:modified xsi:type="dcterms:W3CDTF">2026-05-14T15:36:56Z</dcterms:modified>
</cp:coreProperties>
</file>