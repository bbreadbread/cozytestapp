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59" r:id="rId6"/>
    <p:sldId id="274" r:id="rId7"/>
    <p:sldId id="260" r:id="rId8"/>
    <p:sldId id="269" r:id="rId9"/>
    <p:sldId id="270" r:id="rId10"/>
    <p:sldId id="263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46CFD-4B99-4E95-9C28-BB18D1883FD7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51805-76F0-4253-81D6-38C5E5E791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27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08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4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62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73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83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08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1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50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0653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2603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444791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3694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4499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43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635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75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CBC1C18-307B-4F68-A007-B5B542270E8D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07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8600" y="0"/>
            <a:ext cx="11963400" cy="4546600"/>
          </a:xfrm>
        </p:spPr>
        <p:txBody>
          <a:bodyPr anchor="ctr">
            <a:noAutofit/>
          </a:bodyPr>
          <a:lstStyle/>
          <a:p>
            <a:pPr algn="l"/>
            <a:r>
              <a:rPr lang="ru-RU" sz="3600" dirty="0">
                <a:latin typeface="Arial Black" panose="020B0A04020102020204" pitchFamily="34" charset="0"/>
              </a:rPr>
              <a:t>Разработка приложения</a:t>
            </a:r>
            <a:br>
              <a:rPr lang="ru-RU" sz="3600" dirty="0">
                <a:latin typeface="Arial Black" panose="020B0A04020102020204" pitchFamily="34" charset="0"/>
              </a:rPr>
            </a:br>
            <a:r>
              <a:rPr lang="ru-RU" sz="3600" dirty="0">
                <a:latin typeface="Arial Black" panose="020B0A04020102020204" pitchFamily="34" charset="0"/>
              </a:rPr>
              <a:t>для подготовки к тестовым частям</a:t>
            </a:r>
            <a:br>
              <a:rPr lang="ru-RU" sz="3600" dirty="0">
                <a:latin typeface="Arial Black" panose="020B0A04020102020204" pitchFamily="34" charset="0"/>
              </a:rPr>
            </a:br>
            <a:r>
              <a:rPr lang="ru-RU" sz="3600" dirty="0">
                <a:latin typeface="Arial Black" panose="020B0A04020102020204" pitchFamily="34" charset="0"/>
              </a:rPr>
              <a:t>всероссийского конкурса "Безопасное колесо"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83001" y="4940300"/>
            <a:ext cx="8280176" cy="169710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Курсовой проект студентки группы ПР-41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Мезенцевой Полины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Гариев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Д.О.</a:t>
            </a:r>
          </a:p>
        </p:txBody>
      </p:sp>
    </p:spTree>
    <p:extLst>
      <p:ext uri="{BB962C8B-B14F-4D97-AF65-F5344CB8AC3E}">
        <p14:creationId xmlns:p14="http://schemas.microsoft.com/office/powerpoint/2010/main" val="318635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409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 Black" panose="020B0A04020102020204" pitchFamily="34" charset="0"/>
              </a:rPr>
              <a:t>Цель проекта</a:t>
            </a:r>
            <a:endParaRPr lang="ru-RU" sz="32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6600" y="1054101"/>
            <a:ext cx="10629900" cy="494030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Целью проекта является создание программного обеспечения для автоматизации процесса тестирования участников конкурса «Безопасное колесо» и упрощения работы преподавателей с результатами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343991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85800" y="1054100"/>
            <a:ext cx="10795000" cy="5143500"/>
          </a:xfrm>
        </p:spPr>
        <p:txBody>
          <a:bodyPr anchor="ctr">
            <a:normAutofit/>
          </a:bodyPr>
          <a:lstStyle/>
          <a:p>
            <a:endParaRPr lang="ru-RU" sz="1400" dirty="0"/>
          </a:p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32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Исследование предметной области</a:t>
            </a:r>
            <a:r>
              <a:rPr lang="en-US" sz="32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Выявление основных ролей и сущностей в рамках предметной области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360000" algn="just">
              <a:buFont typeface="Wingdings" panose="05000000000000000000" pitchFamily="2" charset="2"/>
              <a:buChar char="§"/>
              <a:tabLst>
                <a:tab pos="360000" algn="l"/>
              </a:tabLst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Построение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UML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-диаграмм на основе определенных ранее связей между сущностями.</a:t>
            </a:r>
            <a:endParaRPr lang="ru-RU" sz="1600" dirty="0"/>
          </a:p>
          <a:p>
            <a:endParaRPr lang="ru-RU" sz="1600" dirty="0"/>
          </a:p>
          <a:p>
            <a:endParaRPr lang="ru-RU" sz="16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F1C7111-ACEF-4ADF-B261-CE7594851D6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Arial Black" panose="020B0A04020102020204" pitchFamily="34" charset="0"/>
                <a:cs typeface="Arial" panose="020B0604020202020204" pitchFamily="34" charset="0"/>
              </a:rPr>
              <a:t>Проектирование концептуальной модели данных</a:t>
            </a:r>
            <a:endParaRPr lang="ru-RU" sz="32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48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4700" y="1054101"/>
            <a:ext cx="10642600" cy="5029200"/>
          </a:xfrm>
        </p:spPr>
        <p:txBody>
          <a:bodyPr anchor="ctr">
            <a:normAutofit/>
          </a:bodyPr>
          <a:lstStyle/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Преподаватель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Ученик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Тест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Вопрос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Вариант ответа</a:t>
            </a:r>
          </a:p>
          <a:p>
            <a:pPr indent="-3600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Результат тестирования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4B5C109-66FD-4CCB-BBA4-F3F04BDCDE0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Arial Black" panose="020B0A04020102020204" pitchFamily="34" charset="0"/>
                <a:cs typeface="Arial" panose="020B0604020202020204" pitchFamily="34" charset="0"/>
              </a:rPr>
              <a:t>Список сущностей</a:t>
            </a:r>
            <a:endParaRPr lang="ru-RU" sz="32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3BB0EF-2A79-4976-9675-7C01C1760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498" y="1436176"/>
            <a:ext cx="4364802" cy="398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0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698500" y="1054100"/>
            <a:ext cx="10731500" cy="5092700"/>
          </a:xfrm>
        </p:spPr>
        <p:txBody>
          <a:bodyPr anchor="ctr">
            <a:normAutofit/>
          </a:bodyPr>
          <a:lstStyle/>
          <a:p>
            <a:pPr marL="97200" indent="-4572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Преобразование сущностей из концептуальных в логические таблицы.</a:t>
            </a:r>
          </a:p>
          <a:p>
            <a:pPr marL="97200" indent="-4572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первичных и внешних ключей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200" indent="-4572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типов связей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200" indent="-457200" algn="just"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Построение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-диаграммы базы данных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4B60D19-FD73-40E2-B773-07A4FD3D417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Проектирование логической модели данных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45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030584B-3B6B-459B-96A7-C75DD95624D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ER-</a:t>
            </a:r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Диаграмма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4B23FF-1521-4894-922E-C4687F80A3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4" t="2645" r="1363" b="1925"/>
          <a:stretch/>
        </p:blipFill>
        <p:spPr>
          <a:xfrm>
            <a:off x="1587500" y="1054100"/>
            <a:ext cx="9017000" cy="549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3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749300" y="1054100"/>
            <a:ext cx="10629900" cy="5016500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Выбор инструментов разработки и СУБД для работы с БД;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физических типов данных и ключей;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Создание таблиц;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Построение итоговой схемы базы данных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05FF167-7F53-4761-8A85-AF431673090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Проектирование физической модели данных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38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321D9C3-B59C-4EAB-9C74-02D44B349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40" y="2479812"/>
            <a:ext cx="2845720" cy="249000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D59AF74-5207-4B7C-82C2-E02B2079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6682"/>
            <a:ext cx="4876800" cy="4876800"/>
          </a:xfrm>
          <a:prstGeom prst="rect">
            <a:avLst/>
          </a:prstGeom>
        </p:spPr>
      </p:pic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BB1699B7-AF8B-482F-B657-C144BDB6C75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Инструменты разработки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8DF571-7451-43FF-A937-08A4A3EC2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101" y="2640348"/>
            <a:ext cx="3007133" cy="23294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54723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422855-21FB-40EE-A700-259658935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2220821"/>
            <a:ext cx="3172524" cy="33424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C7BC02-CD85-41A0-AEAC-A3CF8ECF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726" y="2220821"/>
            <a:ext cx="5400675" cy="33432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006F11B9-F712-41D8-9B5B-8FA7F059E7A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Инструменты разработки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162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6B4100-B482-49EB-AD9B-4EC940DB3F2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367" y="838200"/>
            <a:ext cx="7327265" cy="58801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FCC849D-DCCF-4266-9343-F0323050728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05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Итоговая схема данных</a:t>
            </a:r>
            <a:endParaRPr lang="ru-RU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803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1223E5-DA00-46D7-AF35-AA446E549115}"/>
              </a:ext>
            </a:extLst>
          </p:cNvPr>
          <p:cNvSpPr txBox="1"/>
          <p:nvPr/>
        </p:nvSpPr>
        <p:spPr>
          <a:xfrm>
            <a:off x="0" y="393700"/>
            <a:ext cx="12192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4800" dirty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rPr>
              <a:t>СПАСИБО ЗА ВНИМАНИЕ</a:t>
            </a:r>
            <a:endParaRPr lang="ru-RU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93970D-5745-4D18-B2EB-CF71CAEF7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0" y="1403350"/>
            <a:ext cx="4051300" cy="4051300"/>
          </a:xfrm>
          <a:prstGeom prst="rect">
            <a:avLst/>
          </a:prstGeom>
        </p:spPr>
      </p:pic>
      <p:sp>
        <p:nvSpPr>
          <p:cNvPr id="8" name="Текст 4">
            <a:extLst>
              <a:ext uri="{FF2B5EF4-FFF2-40B4-BE49-F238E27FC236}">
                <a16:creationId xmlns:a16="http://schemas.microsoft.com/office/drawing/2014/main" id="{DAD4B556-9EEA-4316-92E2-930211A40884}"/>
              </a:ext>
            </a:extLst>
          </p:cNvPr>
          <p:cNvSpPr txBox="1">
            <a:spLocks/>
          </p:cNvSpPr>
          <p:nvPr/>
        </p:nvSpPr>
        <p:spPr>
          <a:xfrm>
            <a:off x="0" y="5633304"/>
            <a:ext cx="12192000" cy="9833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QR-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Код на репозиторий с исходным кодом</a:t>
            </a:r>
          </a:p>
          <a:p>
            <a:pPr marL="0" indent="0" algn="ctr">
              <a:buNone/>
            </a:pP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и инструкцией по установке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910459899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Глубина</Template>
  <TotalTime>1434</TotalTime>
  <Words>177</Words>
  <Application>Microsoft Office PowerPoint</Application>
  <PresentationFormat>Широкоэкранный</PresentationFormat>
  <Paragraphs>35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Corbel</vt:lpstr>
      <vt:lpstr>Wingdings</vt:lpstr>
      <vt:lpstr>Глубина</vt:lpstr>
      <vt:lpstr>Разработка приложения для подготовки к тестовым частям всероссийского конкурса "Безопасное колесо"</vt:lpstr>
      <vt:lpstr>Цель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для агрохолдинга «Зеленая долина» </dc:title>
  <dc:creator>322-P</dc:creator>
  <cp:lastModifiedBy>Лина Полярная</cp:lastModifiedBy>
  <cp:revision>62</cp:revision>
  <dcterms:created xsi:type="dcterms:W3CDTF">2025-12-08T06:43:29Z</dcterms:created>
  <dcterms:modified xsi:type="dcterms:W3CDTF">2026-02-12T16:52:42Z</dcterms:modified>
</cp:coreProperties>
</file>